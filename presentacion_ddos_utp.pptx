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Deteccion y Clasificacion de DDoS</a:t>
            </a:r>
            <a:br/>
            <a:r>
              <a:t>usando Machine Learning</a:t>
            </a:r>
          </a:p>
          <a:p>
            <a:pPr algn="ctr">
              <a:defRPr sz="2200">
                <a:solidFill>
                  <a:srgbClr val="BBDEFB"/>
                </a:solidFill>
              </a:defRPr>
            </a:pPr>
            <a:r>
              <a:t>Dataset: CIC-DDoS2019 | Modelo: Random Forest</a:t>
            </a:r>
            <a:br/>
            <a:r>
              <a:t>Universidad Tecnologica de Panama</a:t>
            </a:r>
            <a:br/>
            <a:r>
              <a:t>IA Aplicada a la Ciberseguridad - Tema 2</a:t>
            </a:r>
            <a:br/>
            <a:br/>
            <a:r>
              <a:t>Christopher Abrego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Contenido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I.   Contexto y Planteamiento del Problema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II.  Objetivos (General y Especificos)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III. Bases Tecnicas y Tecnologias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IV.  Caso de Estudio y Desarrollo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V.   Resultados y Analisis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VI.  Demostracion en Vivo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VII. Analisis Critico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VIII. Conclusiones y Recomendaciones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Referencias Bibliograficas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C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BDEFB"/>
                </a:solidFill>
              </a:defRPr>
            </a:pPr>
            <a:r>
              <a:t>Seccion I</a:t>
            </a: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Contexto y Planteamiento del Problema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Contexto y Planteamiento del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Los ataques DDoS (Distributed Denial of Service) representan una de las mayores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amenazas a la disponibilidad de servicios en Internet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En 2024, el volumen promedio de ataques DDoS supero los 1 Tbps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(Cloudflare, 2024)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Los metodos tradicionales de deteccion (firmas, IDS estaticos) no logran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identificar ataques zero-day o variantes nuevas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El Machine Learning ofrece la capacidad de aprender patrones del trafico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y adaptarse a nuevos vectores de ataque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Problema: Como implementar un sistema eficiente de deteccion y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clasificacion de DDoS en tiempo real usando ML?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Impacto de los ataques DDoS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Disponibilidad: Los servicios quedan inaccesibles para usuarios legitimos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Economia: Costos estimados de $120,000 por hora de inactividad (Dyn, 2016)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Infraestructura: Sobrecarga de servidores, routers y enlaces de red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Repuracion: DDoS como cortina de humo para otros ataques (robos de datos)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Tipos principales de DDoS: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- Volumetricos: UDP Flood, DNS Amplification (Capa 3-4)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- Protocolo: SYN Flood, Ping of Death (Capa 3-4)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- Aplicacion: HTTP Flood, Slowloris (Capa 7)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El CIC-DDoS2019 incluye 13 tipos de ataques DDoS reales</a:t>
            </a:r>
          </a:p>
        </p:txBody>
      </p:sp>
      <p:pic>
        <p:nvPicPr>
          <p:cNvPr id="5" name="Picture 4" descr="distribucion_cl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5029200" cy="248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C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BDEFB"/>
                </a:solidFill>
              </a:defRPr>
            </a:pPr>
            <a:r>
              <a:t>Seccion II</a:t>
            </a: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Objetivos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Objetivo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Disenar e implementar un sistema de deteccion y clasificacion de ataques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DDoS utilizando tecnicas de Machine Learning, basado en el dataset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CIC-DDoS2019, capaz de identificar en tiempo real el tipo de ataque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y ejecutar mecanismos de mitigacion automatica.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Objetivos Especificos: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Preprocesar y limpiar el dataset CIC-DDoS2019 (8.2 GB, 22M+ flujos)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Entrenar y comparar 3 modelos ML: Random Forest, XGBoost y MLP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Evaluar el rendimiento con metricas: Accuracy, Precision, Recall, F1-Score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Implementar un sistema de deteccion en tiempo real con scapy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5. Integrar bloqueo automatico via iptables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6. Desarrollar una demostracion en vivo del pipeline completo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C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BDEFB"/>
                </a:solidFill>
              </a:defRPr>
            </a:pPr>
            <a:r>
              <a:t>Seccion III</a:t>
            </a: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Bases Tecnicas y Tecnologias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Dataset: CIC-DDoS2019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Creado por: Canadian Institute for Cybersecurity (UNB, Canada)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Autores: Sharafaldin, Lashkari, Hakak &amp; Ghorbani (2019)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Captura: 2 dias de trafico real en laboratorio控制ado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Total: ~22 millones de flujos de red etiquetados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Features: 87 columnas extraidas por CICFlowMeter v3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Tipos de ataques incluidos (13):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SYN Flood | UDP Flood | LDAP | MSSQL | NetBIOS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SNMP | SSDP | DNS | TFTP | CharGen | NTP | Portmap | WebDDoS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Features clave por flujo: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Duracion | Bytes/s | Packets/s | IAT (Inter-Arrival Time)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Packet Length | TCP Flags (SYN, ACK, RST, PSH, FIN)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Flow Direction | Header Length | Window Size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Algoritmos de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86C1"/>
                </a:solidFill>
              </a:defRPr>
            </a:pPr>
            <a:r>
              <a:t>Modelos Entrenados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Random Forest (RF):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- 200 arboles de decision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Accuracy: 89.1%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Mejor balance precision/recall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XGBoost: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- 100 boosters, learning_rate=0.1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Accuracy: 92.8%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Mejor rendimiento global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MLP Neural Network: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Capas: (100, 50, 25)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Accuracy: 85.9%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Red neuronal multicapa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86C1"/>
                </a:solidFill>
              </a:defRPr>
            </a:pPr>
            <a:r>
              <a:t>Tecnologias Utilizadas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Lenguaje: Python 3.14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Librerias principales: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scikit-learn (modelos ML)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XGBoost (gradient boosting)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scapy (captura de paquetes)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pandas/numpy (datos)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matplotlib/seaborn (viz)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joblib (serializacion)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Entorno: WSL Ubuntu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- 16 GB RAM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- Jupyter Notebook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Pipeline de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Carga de datos → CSV del CIC-DDoS2019 (8.2 GB)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Limpieza → Eliminar NaN, Inf, columnas irrelevantes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Codificacion → LabelEncoder para las 7 clases de trafico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Division → 80% entrenamiento / 20% prueba (random_state=42)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5. Normalizacion → StandardScaler (media=0, desviacion=1)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6. Entrenamiento → 3 modelos en paralelo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7. Evaluacion → Accuracy, Precision, Recall, F1-Score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8. Despliegue → Serializacion con joblib (.pkl)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El modelo final (RF) se despliega en un script de Python que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captura trafico en tiempo real y lo clasifica instantaneamente.</a:t>
            </a:r>
          </a:p>
        </p:txBody>
      </p:sp>
      <p:pic>
        <p:nvPicPr>
          <p:cNvPr id="5" name="Picture 4" descr="comparacion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5029200" cy="17728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C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BDEFB"/>
                </a:solidFill>
              </a:defRPr>
            </a:pPr>
            <a:r>
              <a:t>Seccion IV</a:t>
            </a: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Caso de Estudio y Desarrollo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Arquitectura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El sistema se compone de 3 capas principales: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Capa 1 - Captura: Scapy sniffer en interfaz loopback (lo)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- Filtra por puerto TCP 8080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- Extrae headers IP, TCP, flags y payloads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Capa 2 - Analisis: Motor de deteccion hibrido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- Heuristica en tiempo real (SYN ratio, PPS, RST ratio)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- Clasificacion ML (Random Forest, 77 features)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Capa 3 - Respuesta: Sistema de bloqueo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- Alerta visual en terminal (colores por tipo)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- Bloqueo automatico via iptables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- Log en formato JSON para auditoria</a:t>
            </a:r>
          </a:p>
        </p:txBody>
      </p:sp>
      <p:pic>
        <p:nvPicPr>
          <p:cNvPr id="5" name="Picture 4" descr="matrices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5029200" cy="147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Diagrama de Secuencia - Deteccion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Flujo completo de deteccion en tiempo real: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Atacante envia trafico malicioso al servidor HTTP :8080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Scapy captura cada paquete en la interfaz loopback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classify_packet() extrae tipo, flags, IPs, tamanio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Packet infos se acumulan en buffer por ventana de 3s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5. detect_attack_heuristic() evalua ratios y umbrales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6. Si se detecta ataque → alerta roja en terminal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7. extract_flow_features() genera vector de 77 features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8. model.predict() clasifica con Random Forest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9. block_ip() ejecuta iptables (o simula)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10. Se guarda log JSON con timestamp, IP, tipo, confianza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C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BDEFB"/>
                </a:solidFill>
              </a:defRPr>
            </a:pPr>
            <a:r>
              <a:t>Seccion V</a:t>
            </a: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Resultados y Analisis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Matriz de Confusion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La matriz de confusion muestra el rendimiento del modelo Random Forest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para las 7 clases del dataset CIC-DDoS2019: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BENIGN: Alta tasa de acierto (tráfico normal correctamente identificado)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Syn Flood: Buena deteccion de ataques SYN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UDP Flood: Clasificacion precisa de flood UDP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LDAP/MSSQL/NetBIOS: Deteccion de ataques de amplificacion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 Portmap: Identificacion de ataques de mapeo de puertos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Las confusiones principales ocurren entre clases de ataques similares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(ej: LDAP vs MSSQL, que comparten patrones de amplificacion)</a:t>
            </a:r>
          </a:p>
        </p:txBody>
      </p:sp>
      <p:pic>
        <p:nvPicPr>
          <p:cNvPr id="5" name="Picture 4" descr="matrices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5029200" cy="14762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Comparacion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86C1"/>
                </a:solidFill>
              </a:defRPr>
            </a:pPr>
            <a:r>
              <a:t>Metricas de Rendimiento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Random Forest (seleccionado):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Accuracy:  89.1%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Precision: ~90%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Recall:    ~89%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F1-Score:  ~89%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XGBoost: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Accuracy:  92.8%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Mejor en overall performance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MLP Neural Network: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Accuracy:  85.9%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Mas lento en inferencia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86C1"/>
                </a:solidFill>
              </a:defRPr>
            </a:pPr>
            <a:r>
              <a:t>Analisis Comparativo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- RF elegido por: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+ Rapidez de inferencia (&lt;1ms)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+ Robustez ante overfitting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+ Facil interpretabilidad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+ Manejo de clases imbalanceadas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- XGBoost tuvo mejor accuracy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pero mayor complejidad de deploy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- MLP bajo rendimiento por: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+ Necesita mas datos de entrenamiento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+ Hiperparametros mas sensibles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+ Mas lento en produccion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Importancia de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Las features mas importantes para la clasificacion (Random Forest):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SYN Flag Count — Diferencia clave entre trafico normal y SYN flood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Flow Packets/s — Volumen de paquetes por segundo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Flow Bytes/s — Tasa de transferencia de datos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Fwd Packet Length Mean — Tamaño promedio de paquetes forward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5. Flow IAT Mean — Tiempo promedio entre paquetes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6. Bwd Packet Length Max — Tamaño maximo de respuesta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7. Init Fwd Win Byts — Ventana inicial TCP (indica congestion)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8. ACK Flag Count — Proporcion de ACKs vs total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Estas features coinciden con la investigacion de Becerra-Suarez et al. (2024)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quienes identificaron que la reduccion a 22 features es suficiente.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5029200" cy="199651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C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BDEFB"/>
                </a:solidFill>
              </a:defRPr>
            </a:pPr>
            <a:r>
              <a:t>Seccion VI</a:t>
            </a: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Demostracion en Vivo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Demostracion en Vivo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Pipeline completo de demostracion: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Servidor HTTP activo en puerto 8080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Scapy captura trafico en interfaz loopback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Motor heuristica detecta patrones de ataque en tiempo real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Modelo ML clasifica cada flujo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5. Alerta visual cuando se detecta ataque: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Rojo: ATTACK (Syn Flood, HTTP Flood, RST Flood)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Verde: NORMAL (trafico legitimo)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6. Bloqueo automatico via iptables (simulado o real)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7. Resumen final con estadisticas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Scripts disponibles: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- demo_viva.py — Monitor principal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- http_flood.py — Generador de HTTP flood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- syn_flood.py — Generador de SYN flood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Resultados de la Demostracion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Ejecucion exitosa del demo (60 segundos):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Paquetes capturados: 27,357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Alertas totales:     15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IPs bloqueadas:      1 (127.0.0.1)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Distribucion de ataques detectados: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- Syn Flood:  8 detecciones (SYN ratio: 88-99%)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- HTTP Flood: 6 detecciones (PPS: 480-1065)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- RST Flood:  1 deteccion  (RST ratio: 50%)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El sistema demuestra la capacidad de: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1. Capturar trafico en tiempo real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2. Detectar multiples tipos de ataque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3. Clasificar con el modelo ML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4. Ejecutar respuesta automatica (bloqueo)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C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BDEFB"/>
                </a:solidFill>
              </a:defRPr>
            </a:pPr>
            <a:r>
              <a:t>Seccion VII</a:t>
            </a: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Analisis Critico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Analisis Critico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86C1"/>
                </a:solidFill>
              </a:defRPr>
            </a:pPr>
            <a:r>
              <a:t>Fortalezas del Enfoque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- Dataset real y ampliamente citado (CIC-DDoS2019)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- Multiples modelos comparados (RF, XGB, MLP)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- Pipeline completo: train → deploy → detect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- Deteccion heuristica + ML (enfoque hibrido)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- Tiempo real: inferencia &lt;1ms por flujo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- Bloqueo automatico via iptables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- Demostracion funcional y verificable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- Codigo abierto en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86C1"/>
                </a:solidFill>
              </a:defRPr>
            </a:pPr>
            <a:r>
              <a:t>Limitaciones y Trabajo Futuro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- Modelo entrenado en localhost no captura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patrones reales de red (loopback vs ETH)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- 77 features simplificadas en captura en vivo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- Umbral fijo para heuristica (no adaptativo)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- Sin deteccion de ataques zero-day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- Sin balanceo de clases en entrenamiento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- Solo TCP (no UDP en demo en vivo)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Trabajo futuro: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- Integrar CICFlowMeter en tiempo real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- Usar XGBoost (92.8%) como modelo principal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- Agregar deep learning (LSTM/CNN)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Comparacion con Trabajos Relacionados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Becerra-Suarez et al. (2024): RF con 99.97% en CIC-DDoS2019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→ Reduccion a 22 features con Pearson correlation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Najam &amp; Abduljawad (2023): RF-RFE-SMOTE alcanzo 99-100%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→ Feature selection + SMOTE para balanceo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Ma et al. (2023): Framework FAMS con RF optimizado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→ Seleccion de features y modelos automatica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Mualfah et al. (2025): RF + class weight = 99.98%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→ Class weight para manejar desbalance de clases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Nuestro resultado (89.1%) es consistente con un enfoque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sin optimizacion avanzada de features ni balanceo de clases.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El gap se debe a que usamos las 77 features originales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sin reduccion ni ingenieria de features avanzada.</a:t>
            </a:r>
          </a:p>
        </p:txBody>
      </p:sp>
      <p:pic>
        <p:nvPicPr>
          <p:cNvPr id="5" name="Picture 4" descr="comparacion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5029200" cy="177288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C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BDEFB"/>
                </a:solidFill>
              </a:defRPr>
            </a:pPr>
            <a:r>
              <a:t>Seccion VIII</a:t>
            </a: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Conclusiones y Recomendaciones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El modelo Random Forest logro un accuracy del 89.1% en la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clasificacion de 7 tipos de trafico DDoS del CIC-DDoS2019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El sistema hibrido (heuristica + ML) demuestra deteccion efectiva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en tiempo real con 15 alertas en 60 segundos de ejecucion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El pipeline completo funciona: captura → features → clasificacion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→ alerta → bloqueo automático via iptables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El enfoque de ML supera a los IDS tradicionales basados en firmas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porque aprende patrones del trafico sin definiciones estaticas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5. El CIC-DDoS2019 es un dataset robusto y adecuado para evaluar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sistemas de deteccion DDoS con Machine Learning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Recomendaciones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Para mejorar el sistema en futuras iteraciones: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Feature Selection: Aplicar RF-RFE o Pearson correlation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para reducir de 77 a ~22 features (mejora esperada: +10% accuracy)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Balanceo de Clases: Usar SMOTE o class weights para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manejar la desproporcion entre BENIGN y tipos de ataque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XGBoost como modelo principal: Con 92.8% de accuracy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sin optimizacion, tiene potencial para &gt;99% con tuning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Deploy en red real: Probar con trafico de ETH en vez de loopback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para capturar patrones reales de red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5. Monitoreo continuo: Implementar re-entrenamiento periodico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para adaptarse a nuevos tipos de ataques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C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BDEFB"/>
                </a:solidFill>
              </a:defRPr>
            </a:pPr>
            <a:r>
              <a:t>Seccion </a:t>
            </a: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Referencias Bibliograficas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Referencias (APA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[1] Becerra-Suarez, F. L., Fernandez-Roman, I., &amp; Forero, M. G. (2024).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Improvement of DDoS Attack Detection through ML and Data Processing.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Mathematics, 12(9), 1294. https://doi.org/10.3390/math12091294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[2] Sharafaldin, I., Lashkari, A. H., Hakak, S., &amp; Ghorbani, A. A. (2019).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Developing Realistic DDoS Attack Dataset and Taxonomy. ACM ICCST.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https://doi.org/10.1145/3340997.3341005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[3] Najam, N. R. &amp; Abduljawad, R. A. (2023). RF-RFE-SMOTE: A DoS and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DDoS Attack Detection Framework. NTU-JET, 2(2), 29-47.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https://doi.org/10.56286/ntujet.v2i2.436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[4] Ma, R., Chen, X., &amp; Zhai, R. (2023). A DDoS Attack Detection Method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Based on Natural Selection of Features and Models. Electronics, 12(4),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1059. https://doi.org/10.3390/electronics12041059</a:t>
            </a:r>
          </a:p>
        </p:txBody>
      </p:sp>
      <p:pic>
        <p:nvPicPr>
          <p:cNvPr id="5" name="Picture 4" descr="matrices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5029200" cy="14762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Referencias (APA 7) - Continuacion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[5] Ali, T. E., Chong, Y.-W., &amp; Manickam, S. (2023). Machine Learning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Techniques to Detect a DDoS Attack in SDN: A Systematic Review.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Applied Sciences, 13(5), 3183. https://doi.org/10.3390/app13053183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[6] Mualfah, D., Ardiansyah, R., &amp; Gunawan, R. (2025). Classification of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DDoS attacks using random forest and class weight on CICDDoS2019.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Jurnal CoSciTech, 6(3), 530-535.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https://doi.org/10.37859/coscitech.v6i3.10731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[7] Mittal, M., Kumar, K., &amp; Behal, S. (2022). Deep learning approaches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for detecting DDoS attacks: a systematic review. Soft Computing.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https://doi.org/10.1007/s00500-021-06608-1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[8] Cloudflare. (2024). DDoS threat report. Recuperado de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https://www.cloudflare.com/ddos/threat-report/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Gracias</a:t>
            </a:r>
          </a:p>
          <a:p>
            <a:pPr algn="ctr">
              <a:defRPr sz="2200">
                <a:solidFill>
                  <a:srgbClr val="BBDEFB"/>
                </a:solidFill>
              </a:defRPr>
            </a:pPr>
            <a:r>
              <a:t>Christopher Abrego</a:t>
            </a:r>
            <a:br/>
            <a:r>
              <a:t>Universidad Tecnologica de Panama</a:t>
            </a:r>
            <a:br/>
            <a:r>
              <a:t>IA Aplicada a la Ciberseguridad</a:t>
            </a:r>
            <a:br/>
            <a:br/>
            <a:r>
              <a:t>GitHub: github.com/Chrisavt/examen-ia-ddos-utp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